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5029200" cy="5029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244625"/>
          </a:solidFill>
          <a:ln w="12700">
            <a:solidFill>
              <a:srgbClr val="2446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Игротека вожатого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помощник для планирования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активностей в детском лагере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256032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206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D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игр · Бронирование инвентаря · Статистика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8F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344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⚽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Конфликт за инвентарь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468880"/>
            <a:ext cx="2514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отряда хотят сыграть в вышибалы. Мяч — один. Кто успел, тот и играет, остальные импровизируют.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8F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2344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информации о складе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2468880"/>
            <a:ext cx="2514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Вожатый выбирает игру «Городки», идёт на склад — а кегли уже давно кто-то взял. Узнаёт об этом только там.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14300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8F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2344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⏱️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 времени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2468880"/>
            <a:ext cx="2514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свободного реквизита, выяснение «кто взял», экстренный поиск замены — время отряда потрачено впустую.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«Игротека вожатого»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программа на компьютере, которая: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Хранит полный каталог игр лагеря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08152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Знает, сколько инвентаря есть прямо сейчас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739896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Не даёт двум вожатым взять один реквизит одновременно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Электронный журнал + склад + система бронирования — в одном окне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игр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каждой игры в базе хранится: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01168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48840" y="15544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«Вышибалы», «Крокодил», «Ассоциации»...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201168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1284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48840" y="221284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Подвижная / Интеллектуальная / На знакомство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71216"/>
            <a:ext cx="201168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87121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48840" y="287121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какого отряда подходит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29584"/>
            <a:ext cx="201168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52958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Реквизит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48840" y="352958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взять и в каком количестве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411480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8F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143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поиск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16459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Строка поиска по названию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1488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Фильтр по типу игры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65176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👦  Фильтр по возрастной группе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15468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Редактирование прямо в приложении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6576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Добавление новых игр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41605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Удаление устаревших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 на практике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Сценарий: вожатый Иванов хочет провести эстафету со скакалками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502920" cy="50292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463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игру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9659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 программу, вводит «эстафета» в строку поиска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502920" cy="50292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40480" y="1463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Начать игру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0" y="19659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Нажимает «Начать игру», вводит своё имя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502920" cy="50292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0840" y="1463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Указать кол-во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20840" y="19659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показывает нужный реквизит, вожатый указывает количество (например, 4 скакалки)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502920" cy="50292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017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5204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проверяет склад: есть ли 4 свободные скакалки?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3017520"/>
            <a:ext cx="502920" cy="50292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40480" y="3017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Бронирование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0" y="35204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есть — бронирует и записывает в журнал. Если нет — предупреждение!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017520"/>
            <a:ext cx="502920" cy="50292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20840" y="3017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Завершить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20840" y="35204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игры нажимает «Завершить» — скакалки возвращаются и снова доступны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инвентаря — ключевая функция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280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Инвентарь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Всего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Доступно сейчас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3A1B"/>
                          </a:solidFill>
                        </a:rPr>
                        <a:t>Мяч футбольный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3A1B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3A1B"/>
                          </a:solidFill>
                        </a:rPr>
                        <a:t>Скакалка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3A1B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3A1B"/>
                          </a:solidFill>
                        </a:rPr>
                        <a:t>Кегли (набор)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3A1B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3A1B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3A1B"/>
                          </a:solidFill>
                        </a:rPr>
                        <a:t>Повязка на глаза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3A1B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3A1B"/>
                          </a:solidFill>
                        </a:rPr>
                        <a:t>Маркеры (набор)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3A1B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349240" y="1005840"/>
            <a:ext cx="34747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F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32120" y="1051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Реальное время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532120" y="1463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 в колонке «Доступно» меняются мгновенно при старте/конце игры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349240" y="2331720"/>
            <a:ext cx="34747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F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2377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Нехватка = предупреждение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532120" y="2788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Красные цифры сигнализируют: реквизит частично или полностью занят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49240" y="3657600"/>
            <a:ext cx="34747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F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532120" y="3703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Ручная корректировка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532120" y="4114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Сломалось или докупили — старший вожатый меняет цифру в один клик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ошибок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не позволяет: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4023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F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554480"/>
            <a:ext cx="164592" cy="1325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6459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Взять больше, чем есть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21031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Максимум — то, что указано в колонке «Доступно». Ни единицей больше.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4023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F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554480"/>
            <a:ext cx="164592" cy="1325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0912" y="16459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Уйти в минус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10912" y="21031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Встроенная проверка на отрицательное количество, отображение ошибки.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4023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F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63240"/>
            <a:ext cx="164592" cy="1325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154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Начать без имени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" y="36118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«Имя вожатого» обязательно — в журнале всегда видно, кто взял реквизит.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4023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F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63240"/>
            <a:ext cx="164592" cy="1325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0912" y="3154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Инвентарь занят?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10912" y="36118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Чёткое уведомление: «Инвентарь занят, данная игра недоступна для выбора».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974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8F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430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🏆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Популярные игры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Самые востребованные игры смены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раз запускалась каждая игра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по количеству запусков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974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8F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1430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👨‍🏫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83280" y="18288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Активность вожатых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37744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из вожатых сколько игр провёл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301752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фиксируется автоматически при старте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365760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Полезно при подведении итогов смены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051560"/>
            <a:ext cx="26974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8F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11430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📖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309360" y="18288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событий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37744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Кто, когда и во что играл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301752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начала и конца каждой игры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65760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за всю смену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сторона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03120" y="114300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— устанавливается один раз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81051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1810512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— стандартный, без лишних зависимостей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478024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2478024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один файл igroteka.db на компьютере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45536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314553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нужен — всё работает локально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813048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381304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без ограничений по версии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0" y="1005840"/>
            <a:ext cx="333756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8F0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23560" y="10972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 проекта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23560" y="1600200"/>
            <a:ext cx="3063240" cy="658368"/>
          </a:xfrm>
          <a:prstGeom prst="rect">
            <a:avLst/>
          </a:prstGeom>
          <a:solidFill>
            <a:srgbClr val="F2F8EE"/>
          </a:solidFill>
          <a:ln w="6350">
            <a:solidFill>
              <a:srgbClr val="E0E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1645920"/>
            <a:ext cx="2880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15000" y="192938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Визуальный интерфейс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23560" y="2350008"/>
            <a:ext cx="3063240" cy="658368"/>
          </a:xfrm>
          <a:prstGeom prst="rect">
            <a:avLst/>
          </a:prstGeom>
          <a:solidFill>
            <a:srgbClr val="FAFFF7"/>
          </a:solidFill>
          <a:ln w="6350">
            <a:solidFill>
              <a:srgbClr val="E0ED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2395728"/>
            <a:ext cx="2880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database.py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15000" y="267919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базой данных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23560" y="3099816"/>
            <a:ext cx="3063240" cy="658368"/>
          </a:xfrm>
          <a:prstGeom prst="rect">
            <a:avLst/>
          </a:prstGeom>
          <a:solidFill>
            <a:srgbClr val="F2F8EE"/>
          </a:solidFill>
          <a:ln w="6350">
            <a:solidFill>
              <a:srgbClr val="E0ED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3145536"/>
            <a:ext cx="2880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igroteka.db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15000" y="34290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 файл с данными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23560" y="3849624"/>
            <a:ext cx="3063240" cy="658368"/>
          </a:xfrm>
          <a:prstGeom prst="rect">
            <a:avLst/>
          </a:prstGeom>
          <a:solidFill>
            <a:srgbClr val="FAFFF7"/>
          </a:solidFill>
          <a:ln w="6350">
            <a:solidFill>
              <a:srgbClr val="E0ED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3895344"/>
            <a:ext cx="2880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15000" y="417880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Инструкция для запуска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4114800" cy="4114800"/>
          </a:xfrm>
          <a:prstGeom prst="ellipse">
            <a:avLst/>
          </a:prstGeom>
          <a:solidFill>
            <a:srgbClr val="244625"/>
          </a:solidFill>
          <a:ln w="12700">
            <a:solidFill>
              <a:srgbClr val="2446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29844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8872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Выбрал игру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18488" y="1188720"/>
            <a:ext cx="182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83080" y="1188720"/>
            <a:ext cx="129844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118872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Проверил инвентарь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81528" y="1188720"/>
            <a:ext cx="182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129844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18872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44568" y="1188720"/>
            <a:ext cx="182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09160" y="1188720"/>
            <a:ext cx="129844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18872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Завершил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07608" y="1188720"/>
            <a:ext cx="182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1188720"/>
            <a:ext cx="1298448" cy="56692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18872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Инвентарь вернулся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057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Никаких конфликтов за реквизит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267919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Никаких «а я не знал, что мячи заняты»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30098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Статистика копится сама — вожатым ничего не надо вести вручную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922776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В базе уже 10 игр и 8 видов инвентаря — готово к работе с первого запуска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Разработано на Python · Tkinter · SQLite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Игротека вожатого</dc:title>
  <dc:subject>PptxGenJS Presentation</dc:subject>
  <dc:creator>PptxGenJS</dc:creator>
  <cp:lastModifiedBy>PptxGenJS</cp:lastModifiedBy>
  <cp:revision>1</cp:revision>
  <dcterms:created xsi:type="dcterms:W3CDTF">2026-05-24T20:20:58Z</dcterms:created>
  <dcterms:modified xsi:type="dcterms:W3CDTF">2026-05-24T20:20:58Z</dcterms:modified>
</cp:coreProperties>
</file>